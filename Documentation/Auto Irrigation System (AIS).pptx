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B707-9D78-9718-D916-D82E80052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D982C-5D7E-F7CF-1B64-EC333FDF7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C47A3-8118-E27D-D71D-4BE5A8BB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CDF96-3349-95AA-F739-EC40CBBA9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87D61-13F8-B6D0-385D-15B8B1F8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6906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943A-48DC-2D8D-675A-C961B036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55119-25C6-3B06-CDA0-544F411F0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D47C9-5979-21E9-C84F-C0FA96EB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F56C8-D888-1680-B173-0BA93911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E22E2-8BA8-32C1-7711-EEA63115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2699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5230-C928-D0B3-A217-F6FEA06F0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846E6-A9D2-1F14-E7BF-F77F4A5FB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72C57-3C06-8EA8-7DBE-ECBF346B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DE263-409B-79A1-7B57-BDC8813D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2B069-A581-1711-BA1C-58A34A76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723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B235-655B-2C91-D411-FE79B06C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651F-81F5-576B-DD67-66B2EF83C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BD467-2000-E28F-DF3A-6DF4B617F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9DBD1-CDEE-EBC8-F18D-788039FF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211E-0755-AE03-4D0C-90EDBAADE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07728-960A-91DD-339D-B7E41EA4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1979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D4A0-4038-E6CD-07AA-7A956378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8441B-D152-25A3-6FD3-29A23030D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0452B-2074-A3DC-1327-0B3CDA6F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1A3E5-45F9-BB9F-F146-E3BC72C14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5AF70-1FF0-6550-2957-4E912C2D5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2D27AD-B06E-D3E7-3BA2-B31A3593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0177C-CA72-4380-C0B3-DE4B076C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F7098-7243-F019-7C31-C0DC7FB7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1893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4CEB-9C5C-8423-8DA6-C66D7CAE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B107F-35EB-204B-B123-66C19FBC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E9FB0-DD8C-EE80-80D4-23D10D46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241D6-80F0-F63E-1521-4CA04E23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955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AC8BE-7278-4438-E1C1-59A98FB6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D1B62-6EC2-95B6-69B6-3394D54A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282B3-4485-67EB-9BBF-A176003A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685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69DA-0C20-0BBE-9B21-5C35808E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1B39-022E-9052-FCC8-879638DC6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3309A-EF94-6200-EC3B-4E82F0C52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15B29-0C6E-4748-0A1A-BC9073FB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A9358-3506-A9DB-61C9-3CA77EF0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C39B2-C10C-9C51-66A5-2A85F7F0C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8827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A72B-F515-79CB-AC9D-89C0AFED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D7C696-98C0-2BC5-4D8A-C13C207C8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856D0-BB76-5CF5-04E7-66DF200AA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A43BD-0849-55FA-5C99-4104C304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52A9F-2DDA-E027-D8C9-7756D8AE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8E7F7-1CB4-168F-E866-59218D84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4100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C981-F1E6-FCCE-C5EF-986330B0D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E9210-41AA-22FA-B164-9DE93F5F0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FE93C-CFE3-F697-A704-F48828E40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6AB35-6936-D8C4-D38E-26EE8695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495FB-42DF-C1A0-AB40-EEF14AAC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59204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06337-89F3-D38F-3380-48305B04B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A8034-AB4E-6991-69F4-9A9105386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3F45E-0099-FE44-9FB3-926DBE9A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8256-E845-463C-5D15-A9B53650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72F77-05A0-BC10-9643-15BDF498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6461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82EAE-9661-5CE0-6109-7C9B3550D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E5A45-0EE8-76CC-434F-80B5A107E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CC158-F9D4-DF7A-DB7E-E7A0F516F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C0321-41F4-4547-BE6B-5E794A570BC3}" type="datetimeFigureOut">
              <a:rPr lang="en-AT" smtClean="0"/>
              <a:t>28/04/2026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EFF21-35CD-C4E3-71C6-3856EF77B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2D3D-65CD-9CAA-918D-3EE41E2F4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79438-8130-4FCF-901C-C7F0639937C1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7330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7F03-10F2-F14D-C61D-55AF6C77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Auto Irrigation System (AIS)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456C7-8CB5-5EB4-121C-C01B71A72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4 moisture humidity sensors</a:t>
            </a:r>
          </a:p>
          <a:p>
            <a:r>
              <a:rPr lang="en-AT" dirty="0"/>
              <a:t>4 electric 5V water pumps</a:t>
            </a:r>
          </a:p>
          <a:p>
            <a:r>
              <a:rPr lang="en-AT" dirty="0"/>
              <a:t>ESP32 microcontroller</a:t>
            </a:r>
          </a:p>
          <a:p>
            <a:r>
              <a:rPr lang="en-AT" dirty="0"/>
              <a:t>4 relay module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22420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36A1-A8AE-8618-2520-F21B495DD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ESP32 to Phone connection type	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95ABC-38F6-32E6-5CC1-7CA7DCC34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 err="1"/>
              <a:t>WiFi</a:t>
            </a:r>
            <a:endParaRPr lang="en-A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FB7E5-4640-C984-4DA4-05FA12D2D8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T" dirty="0"/>
              <a:t>Remote connection</a:t>
            </a:r>
          </a:p>
          <a:p>
            <a:r>
              <a:rPr lang="en-AT" dirty="0"/>
              <a:t>Extra step to setup </a:t>
            </a:r>
          </a:p>
          <a:p>
            <a:pPr lvl="1"/>
            <a:r>
              <a:rPr lang="de-DE" dirty="0"/>
              <a:t>C</a:t>
            </a:r>
            <a:r>
              <a:rPr lang="en-AT" dirty="0" err="1"/>
              <a:t>onnect</a:t>
            </a:r>
            <a:r>
              <a:rPr lang="en-AT" dirty="0"/>
              <a:t> to </a:t>
            </a:r>
            <a:r>
              <a:rPr lang="en-AT" dirty="0" err="1"/>
              <a:t>wifi</a:t>
            </a:r>
            <a:endParaRPr lang="en-AT" dirty="0"/>
          </a:p>
          <a:p>
            <a:r>
              <a:rPr lang="en-AT" dirty="0"/>
              <a:t>OTA</a:t>
            </a:r>
          </a:p>
          <a:p>
            <a:r>
              <a:rPr lang="de-DE" dirty="0"/>
              <a:t>S</a:t>
            </a:r>
            <a:r>
              <a:rPr lang="en-AT" dirty="0" err="1"/>
              <a:t>ecurity</a:t>
            </a:r>
            <a:r>
              <a:rPr lang="en-AT" dirty="0"/>
              <a:t> concerns </a:t>
            </a:r>
          </a:p>
          <a:p>
            <a:endParaRPr lang="en-AT" dirty="0"/>
          </a:p>
          <a:p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B4A6A-5BEF-94FB-E706-EBB17BB6B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T" dirty="0"/>
              <a:t>Bluetooth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546B2-7961-F737-A430-2F067AE522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AT" dirty="0"/>
              <a:t>~5 meter connections (indoor)</a:t>
            </a:r>
          </a:p>
          <a:p>
            <a:r>
              <a:rPr lang="en-AT" dirty="0"/>
              <a:t>Direct connection</a:t>
            </a:r>
          </a:p>
          <a:p>
            <a:endParaRPr lang="en-AT" dirty="0"/>
          </a:p>
          <a:p>
            <a:r>
              <a:rPr lang="en-AT" dirty="0"/>
              <a:t>OTA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855060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Auto Irrigation System (AIS)</vt:lpstr>
      <vt:lpstr>ESP32 to Phone connection type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Ulukbek Egemnazarov</dc:creator>
  <cp:lastModifiedBy>Ulukbek Egemnazarov</cp:lastModifiedBy>
  <cp:revision>1</cp:revision>
  <dcterms:created xsi:type="dcterms:W3CDTF">2026-04-28T18:27:34Z</dcterms:created>
  <dcterms:modified xsi:type="dcterms:W3CDTF">2026-04-28T18:35:11Z</dcterms:modified>
</cp:coreProperties>
</file>